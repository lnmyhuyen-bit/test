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7" r:id="rId4"/>
  </p:sldMasterIdLst>
  <p:notesMasterIdLst>
    <p:notesMasterId r:id="rId14"/>
  </p:notesMasterIdLst>
  <p:sldIdLst>
    <p:sldId id="9489" r:id="rId5"/>
    <p:sldId id="9486" r:id="rId6"/>
    <p:sldId id="9494" r:id="rId7"/>
    <p:sldId id="9500" r:id="rId8"/>
    <p:sldId id="9499" r:id="rId9"/>
    <p:sldId id="9495" r:id="rId10"/>
    <p:sldId id="9492" r:id="rId11"/>
    <p:sldId id="9496" r:id="rId12"/>
    <p:sldId id="260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C0BF"/>
    <a:srgbClr val="B6BEC1"/>
    <a:srgbClr val="119303"/>
    <a:srgbClr val="0000FF"/>
    <a:srgbClr val="00703B"/>
    <a:srgbClr val="09AB70"/>
    <a:srgbClr val="07B128"/>
    <a:srgbClr val="A3C6FD"/>
    <a:srgbClr val="D5F3FF"/>
    <a:srgbClr val="3C89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A077030-E235-474E-B3E8-3EB61F41259E}">
  <a:tblStyle styleId="{6A077030-E235-474E-B3E8-3EB61F41259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93447" autoAdjust="0"/>
  </p:normalViewPr>
  <p:slideViewPr>
    <p:cSldViewPr snapToGrid="0">
      <p:cViewPr varScale="1">
        <p:scale>
          <a:sx n="78" d="100"/>
          <a:sy n="78" d="100"/>
        </p:scale>
        <p:origin x="948" y="3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úc, Nguyễn Thị Thanh" userId="d878bd75-adcf-441f-9323-5020c898ab57" providerId="ADAL" clId="{CF1D6372-C0BF-4C0B-B8EF-5932E3F3B503}"/>
    <pc:docChg chg="undo custSel addSld delSld modSld sldOrd">
      <pc:chgData name="Trúc, Nguyễn Thị Thanh" userId="d878bd75-adcf-441f-9323-5020c898ab57" providerId="ADAL" clId="{CF1D6372-C0BF-4C0B-B8EF-5932E3F3B503}" dt="2026-04-11T08:56:11.994" v="1542" actId="1076"/>
      <pc:docMkLst>
        <pc:docMk/>
      </pc:docMkLst>
      <pc:sldChg chg="addSp delSp modSp mod">
        <pc:chgData name="Trúc, Nguyễn Thị Thanh" userId="d878bd75-adcf-441f-9323-5020c898ab57" providerId="ADAL" clId="{CF1D6372-C0BF-4C0B-B8EF-5932E3F3B503}" dt="2026-04-11T08:54:23.172" v="1536" actId="1076"/>
        <pc:sldMkLst>
          <pc:docMk/>
          <pc:sldMk cId="2817042916" sldId="9486"/>
        </pc:sldMkLst>
        <pc:picChg chg="del">
          <ac:chgData name="Trúc, Nguyễn Thị Thanh" userId="d878bd75-adcf-441f-9323-5020c898ab57" providerId="ADAL" clId="{CF1D6372-C0BF-4C0B-B8EF-5932E3F3B503}" dt="2026-04-11T08:34:42.695" v="1429" actId="478"/>
          <ac:picMkLst>
            <pc:docMk/>
            <pc:sldMk cId="2817042916" sldId="9486"/>
            <ac:picMk id="3" creationId="{C1698292-1335-83BA-C980-4A4A3DDE0A43}"/>
          </ac:picMkLst>
        </pc:picChg>
        <pc:picChg chg="add del mod ord">
          <ac:chgData name="Trúc, Nguyễn Thị Thanh" userId="d878bd75-adcf-441f-9323-5020c898ab57" providerId="ADAL" clId="{CF1D6372-C0BF-4C0B-B8EF-5932E3F3B503}" dt="2026-04-11T08:50:52.649" v="1515" actId="478"/>
          <ac:picMkLst>
            <pc:docMk/>
            <pc:sldMk cId="2817042916" sldId="9486"/>
            <ac:picMk id="4" creationId="{D2129043-6727-1D2B-F6DE-86E57DED3AF0}"/>
          </ac:picMkLst>
        </pc:picChg>
        <pc:picChg chg="add del mod ord">
          <ac:chgData name="Trúc, Nguyễn Thị Thanh" userId="d878bd75-adcf-441f-9323-5020c898ab57" providerId="ADAL" clId="{CF1D6372-C0BF-4C0B-B8EF-5932E3F3B503}" dt="2026-04-11T08:53:44.027" v="1532" actId="478"/>
          <ac:picMkLst>
            <pc:docMk/>
            <pc:sldMk cId="2817042916" sldId="9486"/>
            <ac:picMk id="7" creationId="{2DDE7588-D6F2-F49B-166A-A824780A33B1}"/>
          </ac:picMkLst>
        </pc:picChg>
        <pc:picChg chg="add mod ord">
          <ac:chgData name="Trúc, Nguyễn Thị Thanh" userId="d878bd75-adcf-441f-9323-5020c898ab57" providerId="ADAL" clId="{CF1D6372-C0BF-4C0B-B8EF-5932E3F3B503}" dt="2026-04-11T08:54:23.172" v="1536" actId="1076"/>
          <ac:picMkLst>
            <pc:docMk/>
            <pc:sldMk cId="2817042916" sldId="9486"/>
            <ac:picMk id="9" creationId="{2EEE8E34-18E1-8B39-6D41-A6E6ADBC336C}"/>
          </ac:picMkLst>
        </pc:picChg>
      </pc:sldChg>
      <pc:sldChg chg="modSp mod">
        <pc:chgData name="Trúc, Nguyễn Thị Thanh" userId="d878bd75-adcf-441f-9323-5020c898ab57" providerId="ADAL" clId="{CF1D6372-C0BF-4C0B-B8EF-5932E3F3B503}" dt="2026-04-11T07:29:41.816" v="1428" actId="20577"/>
        <pc:sldMkLst>
          <pc:docMk/>
          <pc:sldMk cId="0" sldId="9489"/>
        </pc:sldMkLst>
        <pc:spChg chg="mod">
          <ac:chgData name="Trúc, Nguyễn Thị Thanh" userId="d878bd75-adcf-441f-9323-5020c898ab57" providerId="ADAL" clId="{CF1D6372-C0BF-4C0B-B8EF-5932E3F3B503}" dt="2026-04-11T07:29:41.816" v="1428" actId="20577"/>
          <ac:spMkLst>
            <pc:docMk/>
            <pc:sldMk cId="0" sldId="9489"/>
            <ac:spMk id="14" creationId="{5E1BFF38-7DD9-6CAA-232B-A0C4F1557EDF}"/>
          </ac:spMkLst>
        </pc:spChg>
      </pc:sldChg>
      <pc:sldChg chg="addSp delSp modSp del mod">
        <pc:chgData name="Trúc, Nguyễn Thị Thanh" userId="d878bd75-adcf-441f-9323-5020c898ab57" providerId="ADAL" clId="{CF1D6372-C0BF-4C0B-B8EF-5932E3F3B503}" dt="2026-04-11T08:48:14.458" v="1507" actId="47"/>
        <pc:sldMkLst>
          <pc:docMk/>
          <pc:sldMk cId="128223438" sldId="9490"/>
        </pc:sldMkLst>
        <pc:picChg chg="add del">
          <ac:chgData name="Trúc, Nguyễn Thị Thanh" userId="d878bd75-adcf-441f-9323-5020c898ab57" providerId="ADAL" clId="{CF1D6372-C0BF-4C0B-B8EF-5932E3F3B503}" dt="2026-04-11T08:35:49.636" v="1440" actId="478"/>
          <ac:picMkLst>
            <pc:docMk/>
            <pc:sldMk cId="128223438" sldId="9490"/>
            <ac:picMk id="2" creationId="{BF5B25B0-CE3C-8DFA-925F-C7151C20DA26}"/>
          </ac:picMkLst>
        </pc:picChg>
        <pc:picChg chg="add del mod ord">
          <ac:chgData name="Trúc, Nguyễn Thị Thanh" userId="d878bd75-adcf-441f-9323-5020c898ab57" providerId="ADAL" clId="{CF1D6372-C0BF-4C0B-B8EF-5932E3F3B503}" dt="2026-04-11T08:36:25.727" v="1445" actId="478"/>
          <ac:picMkLst>
            <pc:docMk/>
            <pc:sldMk cId="128223438" sldId="9490"/>
            <ac:picMk id="4" creationId="{57018206-E064-68D7-A9A8-EE42FBD82E49}"/>
          </ac:picMkLst>
        </pc:picChg>
        <pc:picChg chg="add del mod ord">
          <ac:chgData name="Trúc, Nguyễn Thị Thanh" userId="d878bd75-adcf-441f-9323-5020c898ab57" providerId="ADAL" clId="{CF1D6372-C0BF-4C0B-B8EF-5932E3F3B503}" dt="2026-04-11T08:48:12.213" v="1506" actId="478"/>
          <ac:picMkLst>
            <pc:docMk/>
            <pc:sldMk cId="128223438" sldId="9490"/>
            <ac:picMk id="7" creationId="{F8D53EDF-B253-036C-EC70-9AB369D72AAE}"/>
          </ac:picMkLst>
        </pc:picChg>
      </pc:sldChg>
      <pc:sldChg chg="addSp delSp modSp mod">
        <pc:chgData name="Trúc, Nguyễn Thị Thanh" userId="d878bd75-adcf-441f-9323-5020c898ab57" providerId="ADAL" clId="{CF1D6372-C0BF-4C0B-B8EF-5932E3F3B503}" dt="2026-04-11T08:55:49.900" v="1539" actId="1076"/>
        <pc:sldMkLst>
          <pc:docMk/>
          <pc:sldMk cId="2491226666" sldId="9492"/>
        </pc:sldMkLst>
        <pc:picChg chg="del">
          <ac:chgData name="Trúc, Nguyễn Thị Thanh" userId="d878bd75-adcf-441f-9323-5020c898ab57" providerId="ADAL" clId="{CF1D6372-C0BF-4C0B-B8EF-5932E3F3B503}" dt="2026-04-11T08:41:51.061" v="1478" actId="478"/>
          <ac:picMkLst>
            <pc:docMk/>
            <pc:sldMk cId="2491226666" sldId="9492"/>
            <ac:picMk id="3" creationId="{2F6749F6-C68B-2435-4554-0B3EC6D260ED}"/>
          </ac:picMkLst>
        </pc:picChg>
        <pc:picChg chg="add del mod">
          <ac:chgData name="Trúc, Nguyễn Thị Thanh" userId="d878bd75-adcf-441f-9323-5020c898ab57" providerId="ADAL" clId="{CF1D6372-C0BF-4C0B-B8EF-5932E3F3B503}" dt="2026-04-11T08:55:43.985" v="1537" actId="478"/>
          <ac:picMkLst>
            <pc:docMk/>
            <pc:sldMk cId="2491226666" sldId="9492"/>
            <ac:picMk id="4" creationId="{CE0F181A-6AC8-1B4A-09DF-6A28FBB22C0A}"/>
          </ac:picMkLst>
        </pc:picChg>
        <pc:picChg chg="add mod">
          <ac:chgData name="Trúc, Nguyễn Thị Thanh" userId="d878bd75-adcf-441f-9323-5020c898ab57" providerId="ADAL" clId="{CF1D6372-C0BF-4C0B-B8EF-5932E3F3B503}" dt="2026-04-11T08:55:49.900" v="1539" actId="1076"/>
          <ac:picMkLst>
            <pc:docMk/>
            <pc:sldMk cId="2491226666" sldId="9492"/>
            <ac:picMk id="7" creationId="{42BE0565-56BA-3F52-E157-815D5C7DE9E5}"/>
          </ac:picMkLst>
        </pc:picChg>
      </pc:sldChg>
      <pc:sldChg chg="addSp delSp modSp mod">
        <pc:chgData name="Trúc, Nguyễn Thị Thanh" userId="d878bd75-adcf-441f-9323-5020c898ab57" providerId="ADAL" clId="{CF1D6372-C0BF-4C0B-B8EF-5932E3F3B503}" dt="2026-04-11T08:53:33.031" v="1531" actId="1076"/>
        <pc:sldMkLst>
          <pc:docMk/>
          <pc:sldMk cId="1837490929" sldId="9494"/>
        </pc:sldMkLst>
        <pc:picChg chg="del">
          <ac:chgData name="Trúc, Nguyễn Thị Thanh" userId="d878bd75-adcf-441f-9323-5020c898ab57" providerId="ADAL" clId="{CF1D6372-C0BF-4C0B-B8EF-5932E3F3B503}" dt="2026-04-11T08:35:02.410" v="1434" actId="478"/>
          <ac:picMkLst>
            <pc:docMk/>
            <pc:sldMk cId="1837490929" sldId="9494"/>
            <ac:picMk id="3" creationId="{1C23C3A2-652E-34F6-C98E-EA7B0DF4F5BD}"/>
          </ac:picMkLst>
        </pc:picChg>
        <pc:picChg chg="add del mod ord">
          <ac:chgData name="Trúc, Nguyễn Thị Thanh" userId="d878bd75-adcf-441f-9323-5020c898ab57" providerId="ADAL" clId="{CF1D6372-C0BF-4C0B-B8EF-5932E3F3B503}" dt="2026-04-11T08:48:55.511" v="1508" actId="478"/>
          <ac:picMkLst>
            <pc:docMk/>
            <pc:sldMk cId="1837490929" sldId="9494"/>
            <ac:picMk id="4" creationId="{B190DD90-7A31-9D84-AA4C-C74FCC50E352}"/>
          </ac:picMkLst>
        </pc:picChg>
        <pc:picChg chg="add del mod ord">
          <ac:chgData name="Trúc, Nguyễn Thị Thanh" userId="d878bd75-adcf-441f-9323-5020c898ab57" providerId="ADAL" clId="{CF1D6372-C0BF-4C0B-B8EF-5932E3F3B503}" dt="2026-04-11T08:49:40.010" v="1514" actId="478"/>
          <ac:picMkLst>
            <pc:docMk/>
            <pc:sldMk cId="1837490929" sldId="9494"/>
            <ac:picMk id="8" creationId="{EE6C8B63-850F-2D5B-725E-669529A0D2CD}"/>
          </ac:picMkLst>
        </pc:picChg>
        <pc:picChg chg="add del mod">
          <ac:chgData name="Trúc, Nguyễn Thị Thanh" userId="d878bd75-adcf-441f-9323-5020c898ab57" providerId="ADAL" clId="{CF1D6372-C0BF-4C0B-B8EF-5932E3F3B503}" dt="2026-04-11T08:52:28.552" v="1525" actId="478"/>
          <ac:picMkLst>
            <pc:docMk/>
            <pc:sldMk cId="1837490929" sldId="9494"/>
            <ac:picMk id="10" creationId="{77B20AB0-F357-FFB8-465E-DD7FDC1557DA}"/>
          </ac:picMkLst>
        </pc:picChg>
        <pc:picChg chg="add del mod">
          <ac:chgData name="Trúc, Nguyễn Thị Thanh" userId="d878bd75-adcf-441f-9323-5020c898ab57" providerId="ADAL" clId="{CF1D6372-C0BF-4C0B-B8EF-5932E3F3B503}" dt="2026-04-11T08:52:32.690" v="1528" actId="478"/>
          <ac:picMkLst>
            <pc:docMk/>
            <pc:sldMk cId="1837490929" sldId="9494"/>
            <ac:picMk id="12" creationId="{C228AE8F-6AE3-A3A7-68CC-D3A33C02AB27}"/>
          </ac:picMkLst>
        </pc:picChg>
        <pc:picChg chg="add mod">
          <ac:chgData name="Trúc, Nguyễn Thị Thanh" userId="d878bd75-adcf-441f-9323-5020c898ab57" providerId="ADAL" clId="{CF1D6372-C0BF-4C0B-B8EF-5932E3F3B503}" dt="2026-04-11T08:53:33.031" v="1531" actId="1076"/>
          <ac:picMkLst>
            <pc:docMk/>
            <pc:sldMk cId="1837490929" sldId="9494"/>
            <ac:picMk id="14" creationId="{52FEC5B8-039A-13C9-D4F4-DA2FDD0C7D9E}"/>
          </ac:picMkLst>
        </pc:picChg>
      </pc:sldChg>
      <pc:sldChg chg="addSp delSp modSp mod">
        <pc:chgData name="Trúc, Nguyễn Thị Thanh" userId="d878bd75-adcf-441f-9323-5020c898ab57" providerId="ADAL" clId="{CF1D6372-C0BF-4C0B-B8EF-5932E3F3B503}" dt="2026-04-11T08:43:31.846" v="1486" actId="1076"/>
        <pc:sldMkLst>
          <pc:docMk/>
          <pc:sldMk cId="1412110205" sldId="9495"/>
        </pc:sldMkLst>
        <pc:picChg chg="del">
          <ac:chgData name="Trúc, Nguyễn Thị Thanh" userId="d878bd75-adcf-441f-9323-5020c898ab57" providerId="ADAL" clId="{CF1D6372-C0BF-4C0B-B8EF-5932E3F3B503}" dt="2026-04-11T08:40:09.241" v="1473" actId="478"/>
          <ac:picMkLst>
            <pc:docMk/>
            <pc:sldMk cId="1412110205" sldId="9495"/>
            <ac:picMk id="2" creationId="{88BC4A18-FD8B-A5A9-8FA3-88E0B49A81CC}"/>
          </ac:picMkLst>
        </pc:picChg>
        <pc:picChg chg="add del mod">
          <ac:chgData name="Trúc, Nguyễn Thị Thanh" userId="d878bd75-adcf-441f-9323-5020c898ab57" providerId="ADAL" clId="{CF1D6372-C0BF-4C0B-B8EF-5932E3F3B503}" dt="2026-04-11T08:43:10.491" v="1484" actId="478"/>
          <ac:picMkLst>
            <pc:docMk/>
            <pc:sldMk cId="1412110205" sldId="9495"/>
            <ac:picMk id="4" creationId="{2781141F-5A35-27C1-F452-B7DFC6D83AD2}"/>
          </ac:picMkLst>
        </pc:picChg>
        <pc:picChg chg="add mod">
          <ac:chgData name="Trúc, Nguyễn Thị Thanh" userId="d878bd75-adcf-441f-9323-5020c898ab57" providerId="ADAL" clId="{CF1D6372-C0BF-4C0B-B8EF-5932E3F3B503}" dt="2026-04-11T08:43:31.846" v="1486" actId="1076"/>
          <ac:picMkLst>
            <pc:docMk/>
            <pc:sldMk cId="1412110205" sldId="9495"/>
            <ac:picMk id="7" creationId="{A44503F6-3EBE-E9B8-9D4E-1EFD8E568DA8}"/>
          </ac:picMkLst>
        </pc:picChg>
      </pc:sldChg>
      <pc:sldChg chg="addSp delSp modSp mod">
        <pc:chgData name="Trúc, Nguyễn Thị Thanh" userId="d878bd75-adcf-441f-9323-5020c898ab57" providerId="ADAL" clId="{CF1D6372-C0BF-4C0B-B8EF-5932E3F3B503}" dt="2026-04-11T08:56:11.994" v="1542" actId="1076"/>
        <pc:sldMkLst>
          <pc:docMk/>
          <pc:sldMk cId="3755454953" sldId="9496"/>
        </pc:sldMkLst>
        <pc:picChg chg="del">
          <ac:chgData name="Trúc, Nguyễn Thị Thanh" userId="d878bd75-adcf-441f-9323-5020c898ab57" providerId="ADAL" clId="{CF1D6372-C0BF-4C0B-B8EF-5932E3F3B503}" dt="2026-04-11T08:42:09.197" v="1481" actId="478"/>
          <ac:picMkLst>
            <pc:docMk/>
            <pc:sldMk cId="3755454953" sldId="9496"/>
            <ac:picMk id="3" creationId="{9AB8B23E-A394-1A94-5236-10C10F630BA8}"/>
          </ac:picMkLst>
        </pc:picChg>
        <pc:picChg chg="add del mod">
          <ac:chgData name="Trúc, Nguyễn Thị Thanh" userId="d878bd75-adcf-441f-9323-5020c898ab57" providerId="ADAL" clId="{CF1D6372-C0BF-4C0B-B8EF-5932E3F3B503}" dt="2026-04-11T08:55:52.638" v="1540" actId="478"/>
          <ac:picMkLst>
            <pc:docMk/>
            <pc:sldMk cId="3755454953" sldId="9496"/>
            <ac:picMk id="4" creationId="{0C4C5066-213C-21B5-FBFB-1FE47E52839A}"/>
          </ac:picMkLst>
        </pc:picChg>
        <pc:picChg chg="add mod">
          <ac:chgData name="Trúc, Nguyễn Thị Thanh" userId="d878bd75-adcf-441f-9323-5020c898ab57" providerId="ADAL" clId="{CF1D6372-C0BF-4C0B-B8EF-5932E3F3B503}" dt="2026-04-11T08:56:11.994" v="1542" actId="1076"/>
          <ac:picMkLst>
            <pc:docMk/>
            <pc:sldMk cId="3755454953" sldId="9496"/>
            <ac:picMk id="7" creationId="{CEDEE7F4-7279-3492-5244-1D0998830755}"/>
          </ac:picMkLst>
        </pc:picChg>
      </pc:sldChg>
      <pc:sldChg chg="addSp delSp modSp mod ord">
        <pc:chgData name="Trúc, Nguyễn Thị Thanh" userId="d878bd75-adcf-441f-9323-5020c898ab57" providerId="ADAL" clId="{CF1D6372-C0BF-4C0B-B8EF-5932E3F3B503}" dt="2026-04-11T08:47:42.061" v="1505" actId="1076"/>
        <pc:sldMkLst>
          <pc:docMk/>
          <pc:sldMk cId="293867277" sldId="9499"/>
        </pc:sldMkLst>
        <pc:picChg chg="add del mod ord">
          <ac:chgData name="Trúc, Nguyễn Thị Thanh" userId="d878bd75-adcf-441f-9323-5020c898ab57" providerId="ADAL" clId="{CF1D6372-C0BF-4C0B-B8EF-5932E3F3B503}" dt="2026-04-11T08:39:14.031" v="1466" actId="478"/>
          <ac:picMkLst>
            <pc:docMk/>
            <pc:sldMk cId="293867277" sldId="9499"/>
            <ac:picMk id="3" creationId="{5FF9E9E4-D8BA-1F54-36DB-E7E15CDA3C2D}"/>
          </ac:picMkLst>
        </pc:picChg>
        <pc:picChg chg="del">
          <ac:chgData name="Trúc, Nguyễn Thị Thanh" userId="d878bd75-adcf-441f-9323-5020c898ab57" providerId="ADAL" clId="{CF1D6372-C0BF-4C0B-B8EF-5932E3F3B503}" dt="2026-04-11T08:36:55.399" v="1449" actId="478"/>
          <ac:picMkLst>
            <pc:docMk/>
            <pc:sldMk cId="293867277" sldId="9499"/>
            <ac:picMk id="4" creationId="{BC742965-6F07-1CE0-A6EC-14343A1AEC87}"/>
          </ac:picMkLst>
        </pc:picChg>
        <pc:picChg chg="add del mod">
          <ac:chgData name="Trúc, Nguyễn Thị Thanh" userId="d878bd75-adcf-441f-9323-5020c898ab57" providerId="ADAL" clId="{CF1D6372-C0BF-4C0B-B8EF-5932E3F3B503}" dt="2026-04-11T08:38:18.212" v="1463" actId="478"/>
          <ac:picMkLst>
            <pc:docMk/>
            <pc:sldMk cId="293867277" sldId="9499"/>
            <ac:picMk id="7" creationId="{90C78162-4854-2E2F-4B00-AD3F9B2BB747}"/>
          </ac:picMkLst>
        </pc:picChg>
        <pc:picChg chg="add del mod ord">
          <ac:chgData name="Trúc, Nguyễn Thị Thanh" userId="d878bd75-adcf-441f-9323-5020c898ab57" providerId="ADAL" clId="{CF1D6372-C0BF-4C0B-B8EF-5932E3F3B503}" dt="2026-04-11T08:46:24.426" v="1496" actId="478"/>
          <ac:picMkLst>
            <pc:docMk/>
            <pc:sldMk cId="293867277" sldId="9499"/>
            <ac:picMk id="9" creationId="{845866ED-B420-6956-2A5E-8DE71ECEA8D8}"/>
          </ac:picMkLst>
        </pc:picChg>
        <pc:picChg chg="add mod ord">
          <ac:chgData name="Trúc, Nguyễn Thị Thanh" userId="d878bd75-adcf-441f-9323-5020c898ab57" providerId="ADAL" clId="{CF1D6372-C0BF-4C0B-B8EF-5932E3F3B503}" dt="2026-04-11T08:47:42.061" v="1505" actId="1076"/>
          <ac:picMkLst>
            <pc:docMk/>
            <pc:sldMk cId="293867277" sldId="9499"/>
            <ac:picMk id="12" creationId="{9D80C0D5-579C-EB5B-172D-87E2AE82FDC0}"/>
          </ac:picMkLst>
        </pc:picChg>
      </pc:sldChg>
      <pc:sldChg chg="addSp delSp modSp mod">
        <pc:chgData name="Trúc, Nguyễn Thị Thanh" userId="d878bd75-adcf-441f-9323-5020c898ab57" providerId="ADAL" clId="{CF1D6372-C0BF-4C0B-B8EF-5932E3F3B503}" dt="2026-04-11T08:46:08.788" v="1493" actId="1076"/>
        <pc:sldMkLst>
          <pc:docMk/>
          <pc:sldMk cId="4202000741" sldId="9500"/>
        </pc:sldMkLst>
        <pc:picChg chg="del">
          <ac:chgData name="Trúc, Nguyễn Thị Thanh" userId="d878bd75-adcf-441f-9323-5020c898ab57" providerId="ADAL" clId="{CF1D6372-C0BF-4C0B-B8EF-5932E3F3B503}" dt="2026-04-11T08:39:44.038" v="1470" actId="478"/>
          <ac:picMkLst>
            <pc:docMk/>
            <pc:sldMk cId="4202000741" sldId="9500"/>
            <ac:picMk id="3" creationId="{8D197EBE-B6A7-FD52-13BF-EBE5460D3442}"/>
          </ac:picMkLst>
        </pc:picChg>
        <pc:picChg chg="add del mod">
          <ac:chgData name="Trúc, Nguyễn Thị Thanh" userId="d878bd75-adcf-441f-9323-5020c898ab57" providerId="ADAL" clId="{CF1D6372-C0BF-4C0B-B8EF-5932E3F3B503}" dt="2026-04-11T08:43:48.113" v="1487" actId="478"/>
          <ac:picMkLst>
            <pc:docMk/>
            <pc:sldMk cId="4202000741" sldId="9500"/>
            <ac:picMk id="4" creationId="{5C8FA391-545B-EB20-19D7-68E4A80A2721}"/>
          </ac:picMkLst>
        </pc:picChg>
        <pc:picChg chg="add mod ord">
          <ac:chgData name="Trúc, Nguyễn Thị Thanh" userId="d878bd75-adcf-441f-9323-5020c898ab57" providerId="ADAL" clId="{CF1D6372-C0BF-4C0B-B8EF-5932E3F3B503}" dt="2026-04-11T08:46:08.788" v="1493" actId="1076"/>
          <ac:picMkLst>
            <pc:docMk/>
            <pc:sldMk cId="4202000741" sldId="9500"/>
            <ac:picMk id="7" creationId="{5B1F99D4-8558-299C-17F0-10C74F07897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594458500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594458500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15764128aa_2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65125" y="679450"/>
            <a:ext cx="6037263" cy="3397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15764128aa_2_33:notes"/>
          <p:cNvSpPr txBox="1">
            <a:spLocks noGrp="1"/>
          </p:cNvSpPr>
          <p:nvPr>
            <p:ph type="body" idx="1"/>
          </p:nvPr>
        </p:nvSpPr>
        <p:spPr>
          <a:xfrm>
            <a:off x="676791" y="4303483"/>
            <a:ext cx="5414327" cy="4076984"/>
          </a:xfrm>
          <a:prstGeom prst="rect">
            <a:avLst/>
          </a:prstGeom>
        </p:spPr>
        <p:txBody>
          <a:bodyPr spcFirstLastPara="1" wrap="square" lIns="90438" tIns="90438" rIns="90438" bIns="90438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>
            <a:spLocks noGrp="1"/>
          </p:cNvSpPr>
          <p:nvPr>
            <p:ph type="title"/>
          </p:nvPr>
        </p:nvSpPr>
        <p:spPr>
          <a:xfrm>
            <a:off x="370483" y="445025"/>
            <a:ext cx="846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body" idx="1"/>
          </p:nvPr>
        </p:nvSpPr>
        <p:spPr>
          <a:xfrm>
            <a:off x="370475" y="1324546"/>
            <a:ext cx="3891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 dirty="0"/>
          </a:p>
        </p:txBody>
      </p:sp>
      <p:sp>
        <p:nvSpPr>
          <p:cNvPr id="100" name="Google Shape;100;p11"/>
          <p:cNvSpPr txBox="1">
            <a:spLocks noGrp="1"/>
          </p:cNvSpPr>
          <p:nvPr>
            <p:ph type="subTitle" idx="2"/>
          </p:nvPr>
        </p:nvSpPr>
        <p:spPr>
          <a:xfrm>
            <a:off x="370483" y="941525"/>
            <a:ext cx="8460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 dirty="0"/>
          </a:p>
        </p:txBody>
      </p:sp>
      <p:sp>
        <p:nvSpPr>
          <p:cNvPr id="101" name="Google Shape;101;p11"/>
          <p:cNvSpPr txBox="1">
            <a:spLocks noGrp="1"/>
          </p:cNvSpPr>
          <p:nvPr>
            <p:ph type="body" idx="3"/>
          </p:nvPr>
        </p:nvSpPr>
        <p:spPr>
          <a:xfrm>
            <a:off x="4581150" y="1348400"/>
            <a:ext cx="3891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ides 2" userDrawn="1">
  <p:cSld name="Two Sides 2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4549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" name="Google Shape;87;p10">
            <a:extLst>
              <a:ext uri="{FF2B5EF4-FFF2-40B4-BE49-F238E27FC236}">
                <a16:creationId xmlns:a16="http://schemas.microsoft.com/office/drawing/2014/main" id="{6DB2F55B-87A0-4916-ABC0-83FF8C89DDCD}"/>
              </a:ext>
            </a:extLst>
          </p:cNvPr>
          <p:cNvSpPr/>
          <p:nvPr userDrawn="1"/>
        </p:nvSpPr>
        <p:spPr bwMode="ltGray">
          <a:xfrm rot="5400000">
            <a:off x="4879976" y="879477"/>
            <a:ext cx="158747" cy="8369300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3" name="Google Shape;8;p1">
            <a:extLst>
              <a:ext uri="{FF2B5EF4-FFF2-40B4-BE49-F238E27FC236}">
                <a16:creationId xmlns:a16="http://schemas.microsoft.com/office/drawing/2014/main" id="{C2BD413E-6D8B-D863-FB26-12E78FF115C8}"/>
              </a:ext>
            </a:extLst>
          </p:cNvPr>
          <p:cNvSpPr txBox="1">
            <a:spLocks/>
          </p:cNvSpPr>
          <p:nvPr userDrawn="1"/>
        </p:nvSpPr>
        <p:spPr>
          <a:xfrm>
            <a:off x="8615580" y="4854044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r>
              <a:rPr lang="en" dirty="0"/>
              <a:t>/15</a:t>
            </a:r>
          </a:p>
        </p:txBody>
      </p:sp>
      <p:pic>
        <p:nvPicPr>
          <p:cNvPr id="8" name="Picture 7" descr="A green and grey recycle sign&#10;&#10;Description automatically generated">
            <a:extLst>
              <a:ext uri="{FF2B5EF4-FFF2-40B4-BE49-F238E27FC236}">
                <a16:creationId xmlns:a16="http://schemas.microsoft.com/office/drawing/2014/main" id="{65F13E22-2991-BE3C-0896-57172734114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0631" y="72531"/>
            <a:ext cx="1085317" cy="237744"/>
          </a:xfrm>
          <a:prstGeom prst="rect">
            <a:avLst/>
          </a:prstGeom>
        </p:spPr>
      </p:pic>
      <p:pic>
        <p:nvPicPr>
          <p:cNvPr id="13" name="Picture 12" descr="A green and grey recycle sign&#10;&#10;Description automatically generated">
            <a:extLst>
              <a:ext uri="{FF2B5EF4-FFF2-40B4-BE49-F238E27FC236}">
                <a16:creationId xmlns:a16="http://schemas.microsoft.com/office/drawing/2014/main" id="{D4C71697-C97A-D229-56B0-E6A27BC442B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436" y="4976803"/>
            <a:ext cx="731520" cy="16024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8FD2296-3E8A-8D70-7AB9-42A476EB628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97124" y="4976872"/>
            <a:ext cx="1922262" cy="178418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688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E548468-2861-9B61-502F-468397E32311}"/>
              </a:ext>
            </a:extLst>
          </p:cNvPr>
          <p:cNvSpPr/>
          <p:nvPr/>
        </p:nvSpPr>
        <p:spPr>
          <a:xfrm>
            <a:off x="0" y="385741"/>
            <a:ext cx="9144000" cy="885293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oogle Shape;170;p19">
            <a:extLst>
              <a:ext uri="{FF2B5EF4-FFF2-40B4-BE49-F238E27FC236}">
                <a16:creationId xmlns:a16="http://schemas.microsoft.com/office/drawing/2014/main" id="{CDBCDAC9-2CB1-3448-5EF0-8FAAF0CC8FF9}"/>
              </a:ext>
            </a:extLst>
          </p:cNvPr>
          <p:cNvSpPr txBox="1">
            <a:spLocks/>
          </p:cNvSpPr>
          <p:nvPr/>
        </p:nvSpPr>
        <p:spPr>
          <a:xfrm>
            <a:off x="8167" y="411628"/>
            <a:ext cx="9143997" cy="859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n" sz="2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BÁO CÁO CAPEX 2026</a:t>
            </a:r>
            <a:endParaRPr lang="en-US" sz="24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CB3D21-7181-6EC8-028E-8130A04259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09" r="2009"/>
          <a:stretch/>
        </p:blipFill>
        <p:spPr>
          <a:xfrm>
            <a:off x="4893661" y="1271033"/>
            <a:ext cx="4242172" cy="293185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ED70599-FE9A-A5DE-BD62-82A1F63835DE}"/>
              </a:ext>
            </a:extLst>
          </p:cNvPr>
          <p:cNvGrpSpPr/>
          <p:nvPr/>
        </p:nvGrpSpPr>
        <p:grpSpPr>
          <a:xfrm>
            <a:off x="77915" y="1363034"/>
            <a:ext cx="4737831" cy="915952"/>
            <a:chOff x="134754" y="5686836"/>
            <a:chExt cx="5072514" cy="915952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439AC392-E4E9-6925-EFD5-391D30A7C3A1}"/>
                </a:ext>
              </a:extLst>
            </p:cNvPr>
            <p:cNvSpPr/>
            <p:nvPr/>
          </p:nvSpPr>
          <p:spPr>
            <a:xfrm>
              <a:off x="134754" y="5686836"/>
              <a:ext cx="5072514" cy="915952"/>
            </a:xfrm>
            <a:prstGeom prst="roundRect">
              <a:avLst>
                <a:gd name="adj" fmla="val 34956"/>
              </a:avLst>
            </a:prstGeom>
            <a:solidFill>
              <a:schemeClr val="bg1">
                <a:alpha val="7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E1BFF38-7DD9-6CAA-232B-A0C4F1557EDF}"/>
                </a:ext>
              </a:extLst>
            </p:cNvPr>
            <p:cNvSpPr txBox="1"/>
            <p:nvPr/>
          </p:nvSpPr>
          <p:spPr>
            <a:xfrm>
              <a:off x="134754" y="5790869"/>
              <a:ext cx="507251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1800" b="1" dirty="0"/>
                <a:t>Trình bày: </a:t>
              </a:r>
              <a:r>
                <a:rPr lang="en-US" sz="1800" b="1" dirty="0"/>
                <a:t>Nguyễn Thị Thanh Trúc </a:t>
              </a:r>
              <a:r>
                <a:rPr lang="vi-VN" sz="1800" b="1" dirty="0"/>
                <a:t>- KTQT</a:t>
              </a:r>
            </a:p>
            <a:p>
              <a:r>
                <a:rPr lang="vi-VN" sz="1800" b="1" dirty="0"/>
                <a:t>Ngày</a:t>
              </a:r>
              <a:r>
                <a:rPr lang="en-US" sz="1800" b="1" dirty="0"/>
                <a:t>       </a:t>
              </a:r>
              <a:r>
                <a:rPr lang="vi-VN" sz="1800" b="1" dirty="0"/>
                <a:t>:</a:t>
              </a:r>
              <a:r>
                <a:rPr lang="en-US" sz="1800" b="1" dirty="0"/>
                <a:t> 11</a:t>
              </a:r>
              <a:r>
                <a:rPr lang="vi-VN" sz="1800" b="1" dirty="0"/>
                <a:t>/</a:t>
              </a:r>
              <a:r>
                <a:rPr lang="en-US" sz="1800" b="1" dirty="0"/>
                <a:t>04</a:t>
              </a:r>
              <a:r>
                <a:rPr lang="vi-VN" sz="1800" b="1" dirty="0"/>
                <a:t>/202</a:t>
              </a:r>
              <a:r>
                <a:rPr lang="en-US" sz="1800" b="1" dirty="0"/>
                <a:t>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EEE8E34-18E1-8B39-6D41-A6E6ADBC3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7" y="595202"/>
            <a:ext cx="8558784" cy="42394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2A721C2-6CD9-B64D-0882-DFD13783A79E}"/>
              </a:ext>
            </a:extLst>
          </p:cNvPr>
          <p:cNvSpPr txBox="1"/>
          <p:nvPr/>
        </p:nvSpPr>
        <p:spPr>
          <a:xfrm>
            <a:off x="0" y="56483"/>
            <a:ext cx="91439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TỔNG NGÂN SÁCH ĐẦU TƯ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F167AB-940C-ACB9-B7F4-E91C42CF32AD}"/>
              </a:ext>
            </a:extLst>
          </p:cNvPr>
          <p:cNvSpPr txBox="1"/>
          <p:nvPr/>
        </p:nvSpPr>
        <p:spPr>
          <a:xfrm>
            <a:off x="-1" y="595202"/>
            <a:ext cx="15430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ĐVT: Triệu </a:t>
            </a:r>
            <a:r>
              <a:rPr lang="en-US" b="1" dirty="0" err="1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đồng</a:t>
            </a:r>
            <a:endParaRPr lang="en-US" b="1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7042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BDD01-1477-B25E-09D4-D99A6BF2F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0AA0998-F9A8-E71B-91BF-744E9F53E156}"/>
              </a:ext>
            </a:extLst>
          </p:cNvPr>
          <p:cNvSpPr txBox="1"/>
          <p:nvPr/>
        </p:nvSpPr>
        <p:spPr>
          <a:xfrm>
            <a:off x="0" y="56483"/>
            <a:ext cx="91439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TỔNG NGÂN SÁCH ĐẦU TƯ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87DACD-A7A1-3885-195F-376C38229A66}"/>
              </a:ext>
            </a:extLst>
          </p:cNvPr>
          <p:cNvSpPr txBox="1"/>
          <p:nvPr/>
        </p:nvSpPr>
        <p:spPr>
          <a:xfrm>
            <a:off x="-57153" y="627853"/>
            <a:ext cx="15430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ĐVT: Triệu </a:t>
            </a:r>
            <a:r>
              <a:rPr lang="en-US" b="1" dirty="0" err="1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đồng</a:t>
            </a:r>
            <a:endParaRPr lang="en-US" b="1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2FEC5B8-039A-13C9-D4F4-DA2FDD0C7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7" y="935630"/>
            <a:ext cx="8558784" cy="3120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490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3BD1A-3342-5161-B5B6-02586F0FB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B1F99D4-8558-299C-17F0-10C74F078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62" y="627853"/>
            <a:ext cx="8562474" cy="41791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D343D6F-A74F-C21A-7E23-157155C50A52}"/>
              </a:ext>
            </a:extLst>
          </p:cNvPr>
          <p:cNvSpPr txBox="1"/>
          <p:nvPr/>
        </p:nvSpPr>
        <p:spPr>
          <a:xfrm>
            <a:off x="0" y="56483"/>
            <a:ext cx="91439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2. CÁC DỰ ÁN CHƯA THỰC HIỆN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E5838F-E1CE-B37B-A78F-7EA99560DF6D}"/>
              </a:ext>
            </a:extLst>
          </p:cNvPr>
          <p:cNvSpPr txBox="1"/>
          <p:nvPr/>
        </p:nvSpPr>
        <p:spPr>
          <a:xfrm>
            <a:off x="-57153" y="627853"/>
            <a:ext cx="15430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ĐVT: Triệu </a:t>
            </a:r>
            <a:r>
              <a:rPr lang="en-US" b="1" dirty="0" err="1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đồng</a:t>
            </a:r>
            <a:endParaRPr lang="en-US" b="1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2000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0B3D6-5FE6-29FB-FC3A-507F2B275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D80C0D5-579C-EB5B-172D-87E2AE82F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30" y="757248"/>
            <a:ext cx="8564337" cy="41788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83402D-7C17-2795-5CE5-DC7911710BE1}"/>
              </a:ext>
            </a:extLst>
          </p:cNvPr>
          <p:cNvSpPr txBox="1"/>
          <p:nvPr/>
        </p:nvSpPr>
        <p:spPr>
          <a:xfrm>
            <a:off x="0" y="56483"/>
            <a:ext cx="91439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2. CÁC DỰ ÁN CHƯA THỰC HIỆN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153481-DADA-1737-1EFA-855FDEAB1ED2}"/>
              </a:ext>
            </a:extLst>
          </p:cNvPr>
          <p:cNvSpPr txBox="1"/>
          <p:nvPr/>
        </p:nvSpPr>
        <p:spPr>
          <a:xfrm>
            <a:off x="-57153" y="627853"/>
            <a:ext cx="15430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ĐVT: Triệu </a:t>
            </a:r>
            <a:r>
              <a:rPr lang="en-US" b="1" dirty="0" err="1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đồng</a:t>
            </a:r>
            <a:endParaRPr lang="en-US" b="1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867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0B1D1-C5E0-24C3-C3F3-A16B25B91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179AB5B-9CF8-83C3-73E7-03DE8D1E7CF0}"/>
              </a:ext>
            </a:extLst>
          </p:cNvPr>
          <p:cNvSpPr txBox="1"/>
          <p:nvPr/>
        </p:nvSpPr>
        <p:spPr>
          <a:xfrm>
            <a:off x="0" y="56483"/>
            <a:ext cx="91439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2. CÁC DỰ ÁN CHƯA THỰC HIỆN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D16F5A-FABD-8F31-86C9-DBCA82FC58B3}"/>
              </a:ext>
            </a:extLst>
          </p:cNvPr>
          <p:cNvSpPr txBox="1"/>
          <p:nvPr/>
        </p:nvSpPr>
        <p:spPr>
          <a:xfrm>
            <a:off x="-57153" y="627853"/>
            <a:ext cx="15430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ĐVT: Triệu </a:t>
            </a:r>
            <a:r>
              <a:rPr lang="en-US" b="1" dirty="0" err="1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đồng</a:t>
            </a:r>
            <a:endParaRPr lang="en-US" b="1" dirty="0">
              <a:solidFill>
                <a:schemeClr val="bg2">
                  <a:lumMod val="75000"/>
                </a:schemeClr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4503F6-3EBE-E9B8-9D4E-1EFD8E568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167" y="935630"/>
            <a:ext cx="9144000" cy="187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110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57621-3E62-FD47-77E9-D2A7C5EC5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7DC576D-C560-F798-02F0-3F4C9B28407A}"/>
              </a:ext>
            </a:extLst>
          </p:cNvPr>
          <p:cNvSpPr txBox="1"/>
          <p:nvPr/>
        </p:nvSpPr>
        <p:spPr>
          <a:xfrm>
            <a:off x="0" y="56483"/>
            <a:ext cx="91439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DANH MỤC ĐẦU TƯ THEO NHÓM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83EB35-FDAB-CD26-C741-6DD67BC499F2}"/>
              </a:ext>
            </a:extLst>
          </p:cNvPr>
          <p:cNvSpPr txBox="1"/>
          <p:nvPr/>
        </p:nvSpPr>
        <p:spPr>
          <a:xfrm>
            <a:off x="-1" y="638731"/>
            <a:ext cx="14287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 err="1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Tỉ</a:t>
            </a:r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giá</a:t>
            </a:r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: 26.500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BE0565-56BA-3F52-E157-815D5C7DE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49" y="946508"/>
            <a:ext cx="8877300" cy="368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226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57091-6C7A-5F16-EAF1-30E4FABB1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192AC3-DA27-D65F-2E69-53E758168D4E}"/>
              </a:ext>
            </a:extLst>
          </p:cNvPr>
          <p:cNvSpPr txBox="1"/>
          <p:nvPr/>
        </p:nvSpPr>
        <p:spPr>
          <a:xfrm>
            <a:off x="0" y="56483"/>
            <a:ext cx="91439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DANH MỤC ĐẦU TƯ THEO BỘ PHẬN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1F9D56-5E49-FC78-8221-DD6E13C8D235}"/>
              </a:ext>
            </a:extLst>
          </p:cNvPr>
          <p:cNvSpPr txBox="1"/>
          <p:nvPr/>
        </p:nvSpPr>
        <p:spPr>
          <a:xfrm>
            <a:off x="-1" y="638731"/>
            <a:ext cx="14287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 err="1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Tỉ</a:t>
            </a:r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giá</a:t>
            </a:r>
            <a:r>
              <a:rPr lang="en-US" b="1" dirty="0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: 26.500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DEE7F4-7279-3492-5244-1D0998830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49" y="1036313"/>
            <a:ext cx="8877300" cy="368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454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364;p47">
            <a:extLst>
              <a:ext uri="{FF2B5EF4-FFF2-40B4-BE49-F238E27FC236}">
                <a16:creationId xmlns:a16="http://schemas.microsoft.com/office/drawing/2014/main" id="{A8746D1E-6BF5-4678-BDF6-54834ADDE5D2}"/>
              </a:ext>
            </a:extLst>
          </p:cNvPr>
          <p:cNvSpPr txBox="1">
            <a:spLocks/>
          </p:cNvSpPr>
          <p:nvPr/>
        </p:nvSpPr>
        <p:spPr>
          <a:xfrm>
            <a:off x="1875087" y="2285400"/>
            <a:ext cx="507435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2800">
                <a:solidFill>
                  <a:schemeClr val="bg1"/>
                </a:solidFill>
              </a:rPr>
              <a:t>Thank you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7" name="Google Shape;170;p19">
            <a:extLst>
              <a:ext uri="{FF2B5EF4-FFF2-40B4-BE49-F238E27FC236}">
                <a16:creationId xmlns:a16="http://schemas.microsoft.com/office/drawing/2014/main" id="{DB97AC02-F358-4C2D-BB8B-52908F91590A}"/>
              </a:ext>
            </a:extLst>
          </p:cNvPr>
          <p:cNvSpPr txBox="1">
            <a:spLocks/>
          </p:cNvSpPr>
          <p:nvPr/>
        </p:nvSpPr>
        <p:spPr>
          <a:xfrm>
            <a:off x="2981210" y="1504126"/>
            <a:ext cx="4658170" cy="1000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n-US" sz="4000" dirty="0">
                <a:solidFill>
                  <a:srgbClr val="119303"/>
                </a:solidFill>
                <a:latin typeface="+mn-lt"/>
                <a:cs typeface="Arial" panose="020B0604020202020204" pitchFamily="34" charset="0"/>
              </a:rPr>
              <a:t>Thank you!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D3E05C9-56B8-4586-A819-B49F27A2B987}"/>
              </a:ext>
            </a:extLst>
          </p:cNvPr>
          <p:cNvSpPr/>
          <p:nvPr/>
        </p:nvSpPr>
        <p:spPr>
          <a:xfrm flipV="1">
            <a:off x="2696134" y="2348536"/>
            <a:ext cx="1988712" cy="45719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5E67B52-CC81-434E-B2A4-97AE3E9EAACD}"/>
              </a:ext>
            </a:extLst>
          </p:cNvPr>
          <p:cNvSpPr/>
          <p:nvPr/>
        </p:nvSpPr>
        <p:spPr>
          <a:xfrm flipV="1">
            <a:off x="4893388" y="2348534"/>
            <a:ext cx="1588094" cy="45719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8A86909-5278-4A4F-B3FA-5E61E21B0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5793455" y="1593558"/>
            <a:ext cx="798560" cy="69184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401b2ec-7936-4f98-86ff-5ef737f58b9c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0127FA9FD6004AB87C3B980CB5D696" ma:contentTypeVersion="14" ma:contentTypeDescription="Create a new document." ma:contentTypeScope="" ma:versionID="53b42363595196d6ec86acfaf5082e91">
  <xsd:schema xmlns:xsd="http://www.w3.org/2001/XMLSchema" xmlns:xs="http://www.w3.org/2001/XMLSchema" xmlns:p="http://schemas.microsoft.com/office/2006/metadata/properties" xmlns:ns2="c4b5fce3-9bbc-4429-8073-3ae7a9bcc677" xmlns:ns3="1401b2ec-7936-4f98-86ff-5ef737f58b9c" targetNamespace="http://schemas.microsoft.com/office/2006/metadata/properties" ma:root="true" ma:fieldsID="34e2b9a236e7c153f7bee726766f873d" ns2:_="" ns3:_="">
    <xsd:import namespace="c4b5fce3-9bbc-4429-8073-3ae7a9bcc677"/>
    <xsd:import namespace="1401b2ec-7936-4f98-86ff-5ef737f58b9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lcf76f155ced4ddcb4097134ff3c332f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SearchPropertie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b5fce3-9bbc-4429-8073-3ae7a9bcc67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01b2ec-7936-4f98-86ff-5ef737f58b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3eac797d-9452-442f-b5f7-665479590df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C610994-6796-415F-8653-E95478AAE5BC}">
  <ds:schemaRefs>
    <ds:schemaRef ds:uri="http://schemas.microsoft.com/office/2006/metadata/properties"/>
    <ds:schemaRef ds:uri="http://schemas.microsoft.com/office/infopath/2007/PartnerControls"/>
    <ds:schemaRef ds:uri="1401b2ec-7936-4f98-86ff-5ef737f58b9c"/>
  </ds:schemaRefs>
</ds:datastoreItem>
</file>

<file path=customXml/itemProps2.xml><?xml version="1.0" encoding="utf-8"?>
<ds:datastoreItem xmlns:ds="http://schemas.openxmlformats.org/officeDocument/2006/customXml" ds:itemID="{A070BB8B-81E1-4B15-825C-C607CCD028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4b5fce3-9bbc-4429-8073-3ae7a9bcc677"/>
    <ds:schemaRef ds:uri="1401b2ec-7936-4f98-86ff-5ef737f58b9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DA1C712-36E4-472C-9E89-01DC89F366D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1692</TotalTime>
  <Words>100</Words>
  <Application>Microsoft Office PowerPoint</Application>
  <PresentationFormat>On-screen Show (16:9)</PresentationFormat>
  <Paragraphs>19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Montserrat</vt:lpstr>
      <vt:lpstr>Muli</vt:lpstr>
      <vt:lpstr>Times New Roman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Our Focus</dc:title>
  <dc:creator>Nghĩa, Trần Công</dc:creator>
  <cp:lastModifiedBy>Trúc, Nguyễn Thị Thanh</cp:lastModifiedBy>
  <cp:revision>6</cp:revision>
  <dcterms:modified xsi:type="dcterms:W3CDTF">2026-04-11T08:56:21Z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0x0101004E0127FA9FD6004AB87C3B980CB5D696</vt:lpwstr>
  </property>
  <property fmtid="{D5CDD505-2E9C-101B-9397-08002B2CF9AE}" pid="3" name="MediaServiceImageTags">
    <vt:lpwstr/>
  </property>
</Properties>
</file>